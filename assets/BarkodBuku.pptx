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313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8" d="100"/>
          <a:sy n="38" d="100"/>
        </p:scale>
        <p:origin x="14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D91B6-67C1-72B0-938A-B2ED38FA6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B236D-BAA3-2466-CBD6-B7D781F29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E7CA7-E14D-9A3A-6E19-F646F1655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EAA6-F47E-4D03-9F3A-6728E29C688E}" type="datetimeFigureOut">
              <a:rPr lang="en-MY" smtClean="0"/>
              <a:t>19/9/2026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9CC10-419E-AB34-88A6-BCF8B183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17687-D3C7-3B5B-5DE5-F22E1EC6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1B6D-3787-4327-9085-61CF6C40DF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3715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B3C2-80A6-A834-9CF2-17EBEBF4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53E07-E81C-F9F5-2564-BAC1FEC5B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B52B1-F930-311B-FF71-AD50116D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EAA6-F47E-4D03-9F3A-6728E29C688E}" type="datetimeFigureOut">
              <a:rPr lang="en-MY" smtClean="0"/>
              <a:t>19/9/2026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ECE25-E376-1B66-9CA1-A78E7182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D205D-0379-A2D0-934B-7CBAC35E2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1B6D-3787-4327-9085-61CF6C40DF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7563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4AAB2-2A9A-EC5D-E23B-8DA04D7F2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76B4C-B80B-62DF-3151-200C5EF6C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D9F7B-D37A-A431-9170-F72A2DFE0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EAA6-F47E-4D03-9F3A-6728E29C688E}" type="datetimeFigureOut">
              <a:rPr lang="en-MY" smtClean="0"/>
              <a:t>19/9/2026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DB3B0-4BAB-F0BF-C1EB-9090E0D83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AD35B-2B4E-1E43-3AF1-6D1DFCD7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1B6D-3787-4327-9085-61CF6C40DF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8125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B26B-2EEA-0DDB-A4DD-E29C1274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F6E86-BB31-1F8B-363D-6884CEF77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3B75E-854C-A2A5-9B5B-510D69935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F8677-D755-DC45-131C-C3896452B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EAA6-F47E-4D03-9F3A-6728E29C688E}" type="datetimeFigureOut">
              <a:rPr lang="en-MY" smtClean="0"/>
              <a:t>19/9/2026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AA1B9-EB5E-AC77-D169-7A1A8FB28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98F35-D55C-1193-7FE2-AC700D4F5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1B6D-3787-4327-9085-61CF6C40DF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7383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EFCA-0DC0-6DB0-1635-B785148AA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60DC2-F81B-C11E-3B1D-B1195FE38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E0E2B-4CA1-A9F0-200A-FD6170874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E0A132-1BDF-77BF-6110-496C720E0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94FFE-CF2E-4F36-6833-62E09A042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F2FE0A-E396-F462-80B1-7F797458F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EAA6-F47E-4D03-9F3A-6728E29C688E}" type="datetimeFigureOut">
              <a:rPr lang="en-MY" smtClean="0"/>
              <a:t>19/9/2026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90B41-4854-B3FE-54DD-6E491A1E3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091AC-767A-538F-7007-8A24EC76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1B6D-3787-4327-9085-61CF6C40DF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78456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1767-0E13-425C-F68D-EAABAEF74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1DCCC-3000-AD6D-F47F-347A31CB1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EAA6-F47E-4D03-9F3A-6728E29C688E}" type="datetimeFigureOut">
              <a:rPr lang="en-MY" smtClean="0"/>
              <a:t>19/9/2026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AFFBE-AAD0-2D81-6DE6-1103A406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A5521-1397-1E5D-3B69-13B3FB3A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1B6D-3787-4327-9085-61CF6C40DF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2148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E911E8-1D59-8140-E96F-11ADD7000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EAA6-F47E-4D03-9F3A-6728E29C688E}" type="datetimeFigureOut">
              <a:rPr lang="en-MY" smtClean="0"/>
              <a:t>19/9/2026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35BD0-F076-012A-8D86-F51200AA1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78352-22B8-B196-1D73-27D5BF22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1B6D-3787-4327-9085-61CF6C40DF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39423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4E67-550B-67E9-99C5-79192B39A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9E013-8334-891F-1CE2-779A6C303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2A94E-2F49-9F7A-CE57-476CA2C1A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EFB48-FE9E-8610-A9CC-6014A423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EAA6-F47E-4D03-9F3A-6728E29C688E}" type="datetimeFigureOut">
              <a:rPr lang="en-MY" smtClean="0"/>
              <a:t>19/9/2026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899FA-15A6-979D-8EC0-D1C2273DF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75B7A-E8F9-0683-4E84-260A4C550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1B6D-3787-4327-9085-61CF6C40DF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4172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AFC47-A595-5DB9-0469-E5319DFC4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5CCA3E-97DF-2C47-1894-D1B659671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11644-44FD-6C61-717D-126339256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37C09-3196-BCCB-C86E-9400D0D3F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EAA6-F47E-4D03-9F3A-6728E29C688E}" type="datetimeFigureOut">
              <a:rPr lang="en-MY" smtClean="0"/>
              <a:t>19/9/2026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D9C5D-D35A-24F1-B2F6-85CDC5DA5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0E005-CD27-5726-0CC9-DB5E93C9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1B6D-3787-4327-9085-61CF6C40DF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00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28F5-1F51-3848-738E-971230015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5AF83-41A4-DFC1-AC7B-57DBF7F25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ED00C-2E1F-EB61-6897-9099FED6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EAA6-F47E-4D03-9F3A-6728E29C688E}" type="datetimeFigureOut">
              <a:rPr lang="en-MY" smtClean="0"/>
              <a:t>19/9/2026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87B73-6C94-1D64-14EC-96B07CC1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9196B-E22C-9AD9-A5AC-6F4910D8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1B6D-3787-4327-9085-61CF6C40DF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53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707143-780E-2474-758D-A931680D9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4ECAE-6F42-4D05-E0FE-98C69E676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BE4F4-DAC6-7B6C-1CC2-406AE2A4C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EAA6-F47E-4D03-9F3A-6728E29C688E}" type="datetimeFigureOut">
              <a:rPr lang="en-MY" smtClean="0"/>
              <a:t>19/9/2026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1D027-996A-99D0-A8FC-7A467F5C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FBD3B-80F8-D053-E5B8-50820343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1B6D-3787-4327-9085-61CF6C40DF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864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D6CAE-1CC8-0028-5C5D-191048BB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7ABAE-8845-5FBD-FA06-88B7D9E4B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D110-5B5B-5DC2-2FE6-C99F4C8A08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6EAA6-F47E-4D03-9F3A-6728E29C688E}" type="datetimeFigureOut">
              <a:rPr lang="en-MY" smtClean="0"/>
              <a:t>19/9/2026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DF1F8-F01E-D3D3-0513-0A9F58726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FBC96-DB96-408E-9218-0DCAA461A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51B6D-3787-4327-9085-61CF6C40DF6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9884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13" Type="http://schemas.openxmlformats.org/officeDocument/2006/relationships/image" Target="../media/image12.gif"/><Relationship Id="rId3" Type="http://schemas.openxmlformats.org/officeDocument/2006/relationships/image" Target="../media/image2.gif"/><Relationship Id="rId7" Type="http://schemas.openxmlformats.org/officeDocument/2006/relationships/image" Target="../media/image6.gif"/><Relationship Id="rId12" Type="http://schemas.openxmlformats.org/officeDocument/2006/relationships/image" Target="../media/image11.gif"/><Relationship Id="rId2" Type="http://schemas.openxmlformats.org/officeDocument/2006/relationships/image" Target="../media/image1.gif"/><Relationship Id="rId16" Type="http://schemas.openxmlformats.org/officeDocument/2006/relationships/image" Target="../media/image15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11" Type="http://schemas.openxmlformats.org/officeDocument/2006/relationships/image" Target="../media/image10.gif"/><Relationship Id="rId5" Type="http://schemas.openxmlformats.org/officeDocument/2006/relationships/image" Target="../media/image4.gif"/><Relationship Id="rId15" Type="http://schemas.openxmlformats.org/officeDocument/2006/relationships/image" Target="../media/image14.gif"/><Relationship Id="rId10" Type="http://schemas.openxmlformats.org/officeDocument/2006/relationships/image" Target="../media/image9.gif"/><Relationship Id="rId4" Type="http://schemas.openxmlformats.org/officeDocument/2006/relationships/image" Target="../media/image3.gif"/><Relationship Id="rId9" Type="http://schemas.openxmlformats.org/officeDocument/2006/relationships/image" Target="../media/image8.gif"/><Relationship Id="rId14" Type="http://schemas.openxmlformats.org/officeDocument/2006/relationships/image" Target="../media/image1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78373A31-FDAD-21CD-E627-8F72CED1F8B8}"/>
              </a:ext>
            </a:extLst>
          </p:cNvPr>
          <p:cNvGrpSpPr/>
          <p:nvPr/>
        </p:nvGrpSpPr>
        <p:grpSpPr>
          <a:xfrm>
            <a:off x="90010" y="1697644"/>
            <a:ext cx="12011980" cy="624631"/>
            <a:chOff x="90010" y="1697644"/>
            <a:chExt cx="12011980" cy="62463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0B061B5-618E-B29F-CF76-9480671B5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10" y="1697644"/>
              <a:ext cx="2223688" cy="62463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5B56321-7CED-C9F2-BAF2-D3F72778A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7083" y="1697644"/>
              <a:ext cx="2223688" cy="62463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E40A3A-D1BE-18A0-BE90-931F76968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4156" y="1697644"/>
              <a:ext cx="2223688" cy="62463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147EF6E-E917-1CEC-AC0D-19C54C0A6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229" y="1697644"/>
              <a:ext cx="2223688" cy="62463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52D2CEC-0A6B-C611-E7D7-DC940084E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8302" y="1697644"/>
              <a:ext cx="2223688" cy="624631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11EB8BB-B74E-E013-A7E7-86A4CB054E58}"/>
              </a:ext>
            </a:extLst>
          </p:cNvPr>
          <p:cNvGrpSpPr/>
          <p:nvPr/>
        </p:nvGrpSpPr>
        <p:grpSpPr>
          <a:xfrm>
            <a:off x="90010" y="3106293"/>
            <a:ext cx="12011980" cy="624631"/>
            <a:chOff x="90010" y="3104041"/>
            <a:chExt cx="12011980" cy="62463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86F4530-B087-0933-AC99-607CCD1A5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10" y="3104041"/>
              <a:ext cx="2223688" cy="62463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E6E218A-A157-1DD9-C494-BB10D65ED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7083" y="3104041"/>
              <a:ext cx="2223688" cy="62463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3843887-FCD1-68FE-E525-1442546B5B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4156" y="3104041"/>
              <a:ext cx="2223688" cy="624631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100C1AE-C492-9CB5-11BA-EA0308C1C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229" y="3104041"/>
              <a:ext cx="2223688" cy="624631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8192C6D-948E-556F-5335-C3B404BE2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8302" y="3104041"/>
              <a:ext cx="2223688" cy="624631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37B642B-C7FA-AD74-6089-712B255CAD97}"/>
              </a:ext>
            </a:extLst>
          </p:cNvPr>
          <p:cNvGrpSpPr/>
          <p:nvPr/>
        </p:nvGrpSpPr>
        <p:grpSpPr>
          <a:xfrm>
            <a:off x="90010" y="4514941"/>
            <a:ext cx="12011980" cy="624632"/>
            <a:chOff x="90010" y="4514941"/>
            <a:chExt cx="12011980" cy="624632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D4744A4-84BC-1443-D74D-44A2A795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0849" y="4514942"/>
              <a:ext cx="2223688" cy="624631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F35420B-85AE-8C0D-F77B-BEF2746B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1229" y="4514942"/>
              <a:ext cx="2223688" cy="624631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720A3DE-1A57-665F-BC45-BDB6890F3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10" y="4514942"/>
              <a:ext cx="2223688" cy="624631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3BD62F9-BBF8-9CE5-985B-9DFAA145E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7083" y="4514942"/>
              <a:ext cx="2223688" cy="624631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FBF3940-6246-CFEB-D1AE-4CF5BD4EF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8300" y="4514941"/>
              <a:ext cx="2223690" cy="624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699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Khalis Danial</dc:creator>
  <cp:lastModifiedBy>Khalis Danial</cp:lastModifiedBy>
  <cp:revision>2</cp:revision>
  <cp:lastPrinted>2026-09-17T11:40:56Z</cp:lastPrinted>
  <dcterms:created xsi:type="dcterms:W3CDTF">2026-09-17T11:40:34Z</dcterms:created>
  <dcterms:modified xsi:type="dcterms:W3CDTF">2026-09-19T11:40:45Z</dcterms:modified>
</cp:coreProperties>
</file>